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Noto Serif" panose="02020600060500020200" pitchFamily="18" charset="0"/>
      <p:regular r:id="rId11"/>
    </p:embeddedFont>
    <p:embeddedFont>
      <p:font typeface="Noto Serif Medium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5624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DE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050375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AI-Driven Adaptive Honeypot for Cyber Threat Detection-&gt;MIMICNET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280190" y="4516874"/>
            <a:ext cx="1218605" cy="426244"/>
          </a:xfrm>
          <a:prstGeom prst="roundRect">
            <a:avLst>
              <a:gd name="adj" fmla="val 17880"/>
            </a:avLst>
          </a:prstGeom>
          <a:solidFill>
            <a:srgbClr val="E8E6E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6416278" y="4584859"/>
            <a:ext cx="94642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HARVESTX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80190" y="519826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Alok VK · Girish MJ · Gururaj H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81632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Cambridge Institute of Technology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64845"/>
            <a:ext cx="5493425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Problem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416" y="1783913"/>
            <a:ext cx="329565" cy="3295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3043" y="1777127"/>
            <a:ext cx="4283154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Sophisticated Attacks Are Rising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1483043" y="2248019"/>
            <a:ext cx="1237833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Cyber threats are growing in complexity, scale, and frequency — outpacing conventional defenses.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416" y="3026569"/>
            <a:ext cx="329565" cy="3295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3043" y="3019782"/>
            <a:ext cx="3504486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Traditional IDS Falls Short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1483043" y="3490674"/>
            <a:ext cx="1237833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Signature-based systems cannot detect zero-day exploits or novel attack patterns.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416" y="4269224"/>
            <a:ext cx="329565" cy="3295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83043" y="4262438"/>
            <a:ext cx="3100864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No Real-Time Response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1483043" y="4733330"/>
            <a:ext cx="1237833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Existing tools lack the ability to monitor, analyze, and respond to threats in real time.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416" y="5511879"/>
            <a:ext cx="329565" cy="32956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83043" y="5505093"/>
            <a:ext cx="382250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Attacker Behavior Is Opaque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1483043" y="5975985"/>
            <a:ext cx="1237833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Without deception-based systems, understanding attacker intent and methodology remains difficult.</a:t>
            </a:r>
            <a:endParaRPr lang="en-US" sz="1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416" y="6754535"/>
            <a:ext cx="329565" cy="32956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83043" y="6747748"/>
            <a:ext cx="3766780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Proactive Defense Is Needed</a:t>
            </a:r>
            <a:endParaRPr lang="en-US" sz="2150" dirty="0"/>
          </a:p>
        </p:txBody>
      </p:sp>
      <p:sp>
        <p:nvSpPr>
          <p:cNvPr id="17" name="Text 10"/>
          <p:cNvSpPr/>
          <p:nvPr/>
        </p:nvSpPr>
        <p:spPr>
          <a:xfrm>
            <a:off x="1483043" y="7218640"/>
            <a:ext cx="1237833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Organizations require systems that actively engage threats rather than passively reacting to them.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010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Project Scope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36627"/>
            <a:ext cx="4205168" cy="42051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59981" y="2164199"/>
            <a:ext cx="4028599" cy="2538770"/>
          </a:xfrm>
          <a:prstGeom prst="roundRect">
            <a:avLst>
              <a:gd name="adj" fmla="val 5763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921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529501" y="2164199"/>
            <a:ext cx="121920" cy="2538770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6" name="Text 3"/>
          <p:cNvSpPr/>
          <p:nvPr/>
        </p:nvSpPr>
        <p:spPr>
          <a:xfrm>
            <a:off x="5908715" y="2421493"/>
            <a:ext cx="342257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Network-Based Detection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08715" y="3356967"/>
            <a:ext cx="342257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Focused on monitoring and analyzing network-level intrusion attempts.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9815393" y="2164199"/>
            <a:ext cx="4028718" cy="2538770"/>
          </a:xfrm>
          <a:prstGeom prst="roundRect">
            <a:avLst>
              <a:gd name="adj" fmla="val 5763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921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784913" y="2164199"/>
            <a:ext cx="121920" cy="2538770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10" name="Text 7"/>
          <p:cNvSpPr/>
          <p:nvPr/>
        </p:nvSpPr>
        <p:spPr>
          <a:xfrm>
            <a:off x="10164128" y="24214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Decoy Architecture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164128" y="3002637"/>
            <a:ext cx="34226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Operates as a honeypot — a fake system designed to attract and trap attackers.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5559981" y="4929783"/>
            <a:ext cx="4028599" cy="2184440"/>
          </a:xfrm>
          <a:prstGeom prst="roundRect">
            <a:avLst>
              <a:gd name="adj" fmla="val 6698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921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29501" y="4929783"/>
            <a:ext cx="121920" cy="2184440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14" name="Text 11"/>
          <p:cNvSpPr/>
          <p:nvPr/>
        </p:nvSpPr>
        <p:spPr>
          <a:xfrm>
            <a:off x="5908715" y="5187077"/>
            <a:ext cx="29094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Target Environments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908715" y="5768221"/>
            <a:ext cx="342257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Suitable for enterprise security operations and academic research settings.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10164128" y="51870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164128" y="5768221"/>
            <a:ext cx="34226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DE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3" y="563404"/>
            <a:ext cx="5327094" cy="71027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44565" y="447913"/>
            <a:ext cx="8027670" cy="996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Solution: Adaptive "Chameleon" Honeypot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044565" y="1612821"/>
            <a:ext cx="8027670" cy="1458158"/>
          </a:xfrm>
          <a:prstGeom prst="roundRect">
            <a:avLst>
              <a:gd name="adj" fmla="val 4594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11610" y="1779865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E6DED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3174" y="1911429"/>
            <a:ext cx="215265" cy="2152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1610" y="2370296"/>
            <a:ext cx="2000726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Mimics Real Systems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211610" y="2686645"/>
            <a:ext cx="76935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Emulates vulnerable services and operating systems to appear as legitimate targets.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044565" y="3183017"/>
            <a:ext cx="8027670" cy="1458158"/>
          </a:xfrm>
          <a:prstGeom prst="roundRect">
            <a:avLst>
              <a:gd name="adj" fmla="val 4594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211610" y="3350062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E6DED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3174" y="3481626"/>
            <a:ext cx="215265" cy="2152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1610" y="3940492"/>
            <a:ext cx="1993702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AI-Powered Analysis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211610" y="4256842"/>
            <a:ext cx="76935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Uses GPT/Claude to generate realistic shell responses and engage attackers dynamically.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044565" y="4753213"/>
            <a:ext cx="8027670" cy="1458158"/>
          </a:xfrm>
          <a:prstGeom prst="roundRect">
            <a:avLst>
              <a:gd name="adj" fmla="val 4594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211610" y="4920258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E6DED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3174" y="5051822"/>
            <a:ext cx="215265" cy="2152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11610" y="5510689"/>
            <a:ext cx="2230160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Self-Adapting Behavior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211610" y="5827038"/>
            <a:ext cx="76935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system evolves its responses based on attacker actions — staying one step ahead.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044565" y="6323409"/>
            <a:ext cx="8027670" cy="1458158"/>
          </a:xfrm>
          <a:prstGeom prst="roundRect">
            <a:avLst>
              <a:gd name="adj" fmla="val 4594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211610" y="6490454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E6DED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3174" y="6622018"/>
            <a:ext cx="215265" cy="21526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11610" y="7080885"/>
            <a:ext cx="2827020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Realistic Attack Environment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6211610" y="7397234"/>
            <a:ext cx="76935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Creates a convincing decoy landscape that encourages prolonged attacker engagement.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475178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Technical Approach</a:t>
            </a:r>
            <a:endParaRPr lang="en-US" sz="3300" dirty="0"/>
          </a:p>
        </p:txBody>
      </p:sp>
      <p:sp>
        <p:nvSpPr>
          <p:cNvPr id="5" name="Shape 1"/>
          <p:cNvSpPr/>
          <p:nvPr/>
        </p:nvSpPr>
        <p:spPr>
          <a:xfrm>
            <a:off x="8115062" y="2774871"/>
            <a:ext cx="45720" cy="1153358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6" name="Text 2"/>
          <p:cNvSpPr/>
          <p:nvPr/>
        </p:nvSpPr>
        <p:spPr>
          <a:xfrm>
            <a:off x="8353663" y="279773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Honeypot Tools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8353663" y="3190994"/>
            <a:ext cx="22314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Cowrie (SSH/Telnet) and Dionaea (malware capture)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10721697" y="2774871"/>
            <a:ext cx="45720" cy="1153358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9" name="Text 5"/>
          <p:cNvSpPr/>
          <p:nvPr/>
        </p:nvSpPr>
        <p:spPr>
          <a:xfrm>
            <a:off x="10960298" y="279773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Backend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0960298" y="3190994"/>
            <a:ext cx="223146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Python for logging, processing, and orchestration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115062" y="4137660"/>
            <a:ext cx="45720" cy="1153358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2" name="Text 8"/>
          <p:cNvSpPr/>
          <p:nvPr/>
        </p:nvSpPr>
        <p:spPr>
          <a:xfrm>
            <a:off x="8353663" y="416052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AI Integration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8353663" y="4553783"/>
            <a:ext cx="223146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GPT/Claude APIs for dynamic fake-shell responses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0721697" y="4137660"/>
            <a:ext cx="45720" cy="1153358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5" name="Text 11"/>
          <p:cNvSpPr/>
          <p:nvPr/>
        </p:nvSpPr>
        <p:spPr>
          <a:xfrm>
            <a:off x="10960298" y="416052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Dashboard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10960298" y="4553783"/>
            <a:ext cx="22314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Flask/Streamlit for real-time visualization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15062" y="5500449"/>
            <a:ext cx="45720" cy="677108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8" name="Text 14"/>
          <p:cNvSpPr/>
          <p:nvPr/>
        </p:nvSpPr>
        <p:spPr>
          <a:xfrm>
            <a:off x="8353663" y="552330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Sandbox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8353663" y="5916573"/>
            <a:ext cx="483810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Docker containers for safe, isolated malware execution</a:t>
            </a:r>
            <a:endParaRPr lang="en-US" sz="13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64F9679-4C19-C49C-C32D-7C8F8D273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59" y="1006792"/>
            <a:ext cx="6892290" cy="72099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193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Impact &amp; Benefits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334339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071455"/>
            <a:ext cx="31083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Early Threat Detection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56187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Identifies malicious activity before it reaches production infrastructure.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334339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071455"/>
            <a:ext cx="40266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Reduced Risk to Real Systems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356187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Attackers engage with decoys — keeping live systems isolated and safe.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2334339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071455"/>
            <a:ext cx="28607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Attacker Intelligence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356187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Captures tactics, techniques, and procedures (TTPs) for deeper analysis.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741307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4784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Training &amp; Research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93790" y="596884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Provides a safe environment for cybersecurity education and threat research.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893" y="4741307"/>
            <a:ext cx="453628" cy="4536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478423"/>
            <a:ext cx="29595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Enterprise Scalability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35893" y="596884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Designed to scale across distributed enterprise security architectures.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83181"/>
            <a:ext cx="7136844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Conclusion &amp; Future Scope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025" y="1901785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What We've Built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769025" y="2484477"/>
            <a:ext cx="494348" cy="494348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794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1416" y="2525673"/>
            <a:ext cx="329565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476137" y="2559963"/>
            <a:ext cx="3562945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Proactive Threat Detection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476137" y="3115985"/>
            <a:ext cx="557105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Honeypot-based deception actively engages and studies attackers.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9025" y="4233863"/>
            <a:ext cx="494348" cy="494348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794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1416" y="4275058"/>
            <a:ext cx="329565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76137" y="4309348"/>
            <a:ext cx="3419951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AI + Cybersecurity Fusion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476137" y="4865370"/>
            <a:ext cx="557105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Combines adaptive AI with proven honeypot frameworks for smarter defense.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69025" y="5983248"/>
            <a:ext cx="494348" cy="494348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794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1416" y="6024443"/>
            <a:ext cx="329565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476137" y="6058733"/>
            <a:ext cx="2812137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Scalable &amp; Adaptable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1476137" y="6614755"/>
            <a:ext cx="557105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Modular Docker architecture supports enterprise-level deployment.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32596" y="1689021"/>
            <a:ext cx="6594634" cy="5857399"/>
          </a:xfrm>
          <a:prstGeom prst="roundRect">
            <a:avLst>
              <a:gd name="adj" fmla="val 2701"/>
            </a:avLst>
          </a:prstGeom>
          <a:solidFill>
            <a:srgbClr val="9C9283"/>
          </a:solidFill>
          <a:ln/>
        </p:spPr>
      </p:sp>
      <p:sp>
        <p:nvSpPr>
          <p:cNvPr id="17" name="Text 15"/>
          <p:cNvSpPr/>
          <p:nvPr/>
        </p:nvSpPr>
        <p:spPr>
          <a:xfrm>
            <a:off x="7652266" y="1901785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Future Scope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7652266" y="2457807"/>
            <a:ext cx="6155293" cy="2571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SIEM Integration</a:t>
            </a:r>
            <a:r>
              <a:rPr lang="en-US" sz="17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Connect with Security Information and Event Management platforms for unified monitoring.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Advanced ML Prediction</a:t>
            </a:r>
            <a:r>
              <a:rPr lang="en-US" sz="17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Implement machine learning models for proactive threat forecasting.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Cloud Deployment</a:t>
            </a:r>
            <a:r>
              <a:rPr lang="en-US" sz="17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Enable distributed honeypot networks across cloud environments.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DE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469112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Thank You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6280190" y="278749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 appreciate your time and attention. We welcome your questions and feedback.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3768447"/>
            <a:ext cx="7556421" cy="2992041"/>
          </a:xfrm>
          <a:prstGeom prst="roundRect">
            <a:avLst>
              <a:gd name="adj" fmla="val 3184"/>
            </a:avLst>
          </a:prstGeom>
          <a:solidFill>
            <a:srgbClr val="F2EDE5"/>
          </a:solidFill>
          <a:ln w="7620">
            <a:solidFill>
              <a:srgbClr val="CCC4B8"/>
            </a:solidFill>
            <a:prstDash val="solid"/>
          </a:ln>
          <a:effectLst>
            <a:outerShdw dist="2921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87810" y="3776067"/>
            <a:ext cx="3770590" cy="1669852"/>
          </a:xfrm>
          <a:prstGeom prst="roundRect">
            <a:avLst>
              <a:gd name="adj" fmla="val 5705"/>
            </a:avLst>
          </a:prstGeom>
          <a:solidFill>
            <a:srgbClr val="F2EDE5"/>
          </a:solidFill>
          <a:ln/>
        </p:spPr>
      </p:sp>
      <p:sp>
        <p:nvSpPr>
          <p:cNvPr id="8" name="Text 5"/>
          <p:cNvSpPr/>
          <p:nvPr/>
        </p:nvSpPr>
        <p:spPr>
          <a:xfrm>
            <a:off x="6514624" y="40028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Team HarvestX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14624" y="4493300"/>
            <a:ext cx="33169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Alok VK · Girish MJ · Gururaj H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0058400" y="3776067"/>
            <a:ext cx="3770590" cy="1669852"/>
          </a:xfrm>
          <a:prstGeom prst="rect">
            <a:avLst/>
          </a:prstGeom>
          <a:solidFill>
            <a:srgbClr val="F2EDE5"/>
          </a:solidFill>
          <a:ln/>
        </p:spPr>
      </p:sp>
      <p:sp>
        <p:nvSpPr>
          <p:cNvPr id="11" name="Shape 8"/>
          <p:cNvSpPr/>
          <p:nvPr/>
        </p:nvSpPr>
        <p:spPr>
          <a:xfrm>
            <a:off x="10058400" y="3776067"/>
            <a:ext cx="30480" cy="1669852"/>
          </a:xfrm>
          <a:prstGeom prst="roundRect">
            <a:avLst>
              <a:gd name="adj" fmla="val 312558"/>
            </a:avLst>
          </a:prstGeom>
          <a:solidFill>
            <a:srgbClr val="CCC4B8"/>
          </a:solidFill>
          <a:ln/>
        </p:spPr>
      </p:sp>
      <p:sp>
        <p:nvSpPr>
          <p:cNvPr id="12" name="Text 9"/>
          <p:cNvSpPr/>
          <p:nvPr/>
        </p:nvSpPr>
        <p:spPr>
          <a:xfrm>
            <a:off x="10285214" y="40028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Institution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85214" y="4493300"/>
            <a:ext cx="33169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Cambridge Institute of Technology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287810" y="5445919"/>
            <a:ext cx="7541181" cy="1306949"/>
          </a:xfrm>
          <a:prstGeom prst="rect">
            <a:avLst/>
          </a:prstGeom>
          <a:solidFill>
            <a:srgbClr val="F2EDE5"/>
          </a:solidFill>
          <a:ln/>
        </p:spPr>
      </p:sp>
      <p:sp>
        <p:nvSpPr>
          <p:cNvPr id="15" name="Shape 12"/>
          <p:cNvSpPr/>
          <p:nvPr/>
        </p:nvSpPr>
        <p:spPr>
          <a:xfrm>
            <a:off x="6287810" y="5445919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CCC4B8"/>
          </a:solidFill>
          <a:ln/>
        </p:spPr>
      </p:sp>
      <p:sp>
        <p:nvSpPr>
          <p:cNvPr id="16" name="Text 13"/>
          <p:cNvSpPr/>
          <p:nvPr/>
        </p:nvSpPr>
        <p:spPr>
          <a:xfrm>
            <a:off x="6514624" y="56727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Project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14624" y="6163151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AI-Driven Adaptive Honeypot for Cyber Threat Detection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484</Words>
  <Application>Microsoft Office PowerPoint</Application>
  <PresentationFormat>Custom</PresentationFormat>
  <Paragraphs>84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Noto Serif Medium</vt:lpstr>
      <vt:lpstr>Arial</vt:lpstr>
      <vt:lpstr>Noto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alok kumar</cp:lastModifiedBy>
  <cp:revision>5</cp:revision>
  <dcterms:created xsi:type="dcterms:W3CDTF">2026-05-04T12:06:42Z</dcterms:created>
  <dcterms:modified xsi:type="dcterms:W3CDTF">2026-05-04T12:16:46Z</dcterms:modified>
</cp:coreProperties>
</file>